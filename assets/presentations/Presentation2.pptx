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3"/>
    <p:restoredTop sz="94694"/>
  </p:normalViewPr>
  <p:slideViewPr>
    <p:cSldViewPr snapToGrid="0">
      <p:cViewPr varScale="1">
        <p:scale>
          <a:sx n="125" d="100"/>
          <a:sy n="125" d="100"/>
        </p:scale>
        <p:origin x="16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2E03-0AD1-58D0-9147-8C91BF433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62256-9702-1579-4655-470313BF6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16DF5-5FD1-1353-CA0C-A3E7C335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DE4B8-C44A-34DB-EB23-24AE4B35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1D152-AEAA-F2A2-191B-9E37B71E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994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D95A-A791-75B1-81D5-BAED2719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09EE-BFB3-E92C-922F-AB879AB66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9F9B7-ED6D-0D02-B3CB-D1846077F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F1407-D84F-26FF-6057-FDF7454F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C7979-575D-104D-47AB-4D820230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7891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B69-C992-2008-D3DD-4EC4F0D6A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FE2C8-29B6-816E-14B7-7673A924B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5DE1-59C7-1210-C330-B718FDA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60045-C6FB-FD04-0064-347A11DD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F0E3A-801A-D0F9-1D5E-3567BB88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99077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DA1D8-9554-051A-E989-4EF8534D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9F2B6-E9DC-63BF-05A5-B78EA88EF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8BBE5-6B4A-9CA5-2AA6-C8268892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1F30D-8E93-6A8C-5FD4-C056F5A8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CE94E-6081-73F0-BEF8-7881CC60B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47BD6-50CF-E0EC-3E99-9BA315B9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867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9998-8E8F-F243-983E-71358739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3CC4F-8F5D-8071-1BD7-A97B3D276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513E6-20A7-8E5A-C6D2-2F0B21598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769338-1C99-5FBA-6CA0-065872217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8B640-C471-ED86-E82A-480F76978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5D5D0-2D33-A099-21A5-C691E57A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85F839-946B-2ECA-9159-AC95E19E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B228E-4B51-E902-18D7-061DDEC7F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1760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1EB2-A9C5-CDF7-6C6D-0D0CAF63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4ACBA-301E-9679-12C2-A0A99DDC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2BF917-A798-A5B5-909E-3CC92268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D7B61-D01B-B79E-D733-817716D1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702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398C8-CB5E-09EA-8D37-5BD8B49B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172B3-0D58-915F-F3E4-96B3511A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5E90-58EF-8702-EB2A-4B8AA434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8672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B684-BABC-1E52-1586-4F157302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D997-33E4-23EE-221C-B71055F67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DC7D4-3E1D-395F-E579-89ED057FB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15966-D71B-6A3D-6593-0F256B1A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3DB10-D7E8-75C5-3346-0268C808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0306F-356B-424B-DF5E-1B28ACA3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506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D31A-BC3F-49AC-CD15-F4EE74E9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D70B6-64EA-6520-55C7-3B394953D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532B5-8E80-01CF-438D-DC508B9C1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231CE-CCC0-971B-8CC6-18195687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233C9-C924-CE3B-C7AB-4047BCCE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32264-878C-1F74-6695-A68D730C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3998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D2C0-604F-E90D-0729-E75D362D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3EC84-94B5-217B-AF1B-D984BE5AC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67490-9A59-1170-DD3A-AB2E131C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87EE2-8498-91DB-0B80-F78FFE66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3C9DD-59AB-417B-E89D-B74CD660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6423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074-8A99-2402-A956-3616763BC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A581A-036C-9D90-E746-4236ED99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45434-0E96-97BA-08F2-72DC2DCB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4DE67-B25A-358B-F03D-A0253541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BF51B-FBC1-9C50-7CBF-FEBF97D6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3857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43E72F-4952-669B-AC3C-62AE6160F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3D04F-2312-2EAB-7C08-F485F223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D3B39-ECAE-A5E6-F8CF-A89B77EC9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7EED-52D9-9643-9F1D-56620BDC473A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5033-DAF6-6206-3E69-F3F443B1D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63CD4-4FFF-3B74-EBD9-A75945456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26FE1-DA6F-3847-AE63-251E40F52D8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7892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8BDAB6-41FC-2599-8504-73AF21B14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86710" y="-5498004"/>
            <a:ext cx="8729227" cy="1382893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5DB1754-84F4-19D3-0E6D-680C25793F40}"/>
              </a:ext>
            </a:extLst>
          </p:cNvPr>
          <p:cNvSpPr/>
          <p:nvPr/>
        </p:nvSpPr>
        <p:spPr>
          <a:xfrm>
            <a:off x="10655673" y="5590828"/>
            <a:ext cx="584200" cy="5842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2ADA43-8662-1448-1208-185E77EA2AEF}"/>
              </a:ext>
            </a:extLst>
          </p:cNvPr>
          <p:cNvGrpSpPr/>
          <p:nvPr/>
        </p:nvGrpSpPr>
        <p:grpSpPr>
          <a:xfrm>
            <a:off x="8482221" y="2367586"/>
            <a:ext cx="298147" cy="1941662"/>
            <a:chOff x="8482221" y="2367586"/>
            <a:chExt cx="298147" cy="1941662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AA6A990-D61F-7DDD-2F45-DC4CA674EB25}"/>
                </a:ext>
              </a:extLst>
            </p:cNvPr>
            <p:cNvSpPr/>
            <p:nvPr/>
          </p:nvSpPr>
          <p:spPr>
            <a:xfrm rot="10800000">
              <a:off x="8482221" y="2768143"/>
              <a:ext cx="298147" cy="1116037"/>
            </a:xfrm>
            <a:custGeom>
              <a:avLst/>
              <a:gdLst>
                <a:gd name="connsiteX0" fmla="*/ 298147 w 298147"/>
                <a:gd name="connsiteY0" fmla="*/ 1116037 h 1116037"/>
                <a:gd name="connsiteX1" fmla="*/ 210616 w 298147"/>
                <a:gd name="connsiteY1" fmla="*/ 1116037 h 1116037"/>
                <a:gd name="connsiteX2" fmla="*/ 210616 w 298147"/>
                <a:gd name="connsiteY2" fmla="*/ 242306 h 1116037"/>
                <a:gd name="connsiteX3" fmla="*/ 87535 w 298147"/>
                <a:gd name="connsiteY3" fmla="*/ 242306 h 1116037"/>
                <a:gd name="connsiteX4" fmla="*/ 87535 w 298147"/>
                <a:gd name="connsiteY4" fmla="*/ 1116037 h 1116037"/>
                <a:gd name="connsiteX5" fmla="*/ 0 w 298147"/>
                <a:gd name="connsiteY5" fmla="*/ 1116037 h 1116037"/>
                <a:gd name="connsiteX6" fmla="*/ 32340 w 298147"/>
                <a:gd name="connsiteY6" fmla="*/ 0 h 1116037"/>
                <a:gd name="connsiteX7" fmla="*/ 265807 w 298147"/>
                <a:gd name="connsiteY7" fmla="*/ 0 h 1116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147" h="1116037">
                  <a:moveTo>
                    <a:pt x="298147" y="1116037"/>
                  </a:moveTo>
                  <a:lnTo>
                    <a:pt x="210616" y="1116037"/>
                  </a:lnTo>
                  <a:lnTo>
                    <a:pt x="210616" y="242306"/>
                  </a:lnTo>
                  <a:lnTo>
                    <a:pt x="87535" y="242306"/>
                  </a:lnTo>
                  <a:lnTo>
                    <a:pt x="87535" y="1116037"/>
                  </a:lnTo>
                  <a:lnTo>
                    <a:pt x="0" y="1116037"/>
                  </a:lnTo>
                  <a:lnTo>
                    <a:pt x="32340" y="0"/>
                  </a:lnTo>
                  <a:lnTo>
                    <a:pt x="265807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KR" dirty="0"/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5D8A71E6-1055-6599-DC36-7EF85FADED9A}"/>
                </a:ext>
              </a:extLst>
            </p:cNvPr>
            <p:cNvSpPr/>
            <p:nvPr/>
          </p:nvSpPr>
          <p:spPr>
            <a:xfrm rot="10800000">
              <a:off x="8513849" y="3884181"/>
              <a:ext cx="234889" cy="425067"/>
            </a:xfrm>
            <a:prstGeom prst="trapezoid">
              <a:avLst>
                <a:gd name="adj" fmla="val 10847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FDB2F3C-89C8-CABF-FEC3-BE51D5E93754}"/>
                </a:ext>
              </a:extLst>
            </p:cNvPr>
            <p:cNvSpPr/>
            <p:nvPr/>
          </p:nvSpPr>
          <p:spPr>
            <a:xfrm>
              <a:off x="8482221" y="2367586"/>
              <a:ext cx="298147" cy="389588"/>
            </a:xfrm>
            <a:custGeom>
              <a:avLst/>
              <a:gdLst>
                <a:gd name="connsiteX0" fmla="*/ 149074 w 298147"/>
                <a:gd name="connsiteY0" fmla="*/ 0 h 389588"/>
                <a:gd name="connsiteX1" fmla="*/ 298147 w 298147"/>
                <a:gd name="connsiteY1" fmla="*/ 389588 h 389588"/>
                <a:gd name="connsiteX2" fmla="*/ 205346 w 298147"/>
                <a:gd name="connsiteY2" fmla="*/ 389588 h 389588"/>
                <a:gd name="connsiteX3" fmla="*/ 149072 w 298147"/>
                <a:gd name="connsiteY3" fmla="*/ 250054 h 389588"/>
                <a:gd name="connsiteX4" fmla="*/ 92797 w 298147"/>
                <a:gd name="connsiteY4" fmla="*/ 389588 h 389588"/>
                <a:gd name="connsiteX5" fmla="*/ 0 w 298147"/>
                <a:gd name="connsiteY5" fmla="*/ 389588 h 38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147" h="389588">
                  <a:moveTo>
                    <a:pt x="149074" y="0"/>
                  </a:moveTo>
                  <a:lnTo>
                    <a:pt x="298147" y="389588"/>
                  </a:lnTo>
                  <a:lnTo>
                    <a:pt x="205346" y="389588"/>
                  </a:lnTo>
                  <a:lnTo>
                    <a:pt x="149072" y="250054"/>
                  </a:lnTo>
                  <a:lnTo>
                    <a:pt x="92797" y="389588"/>
                  </a:lnTo>
                  <a:lnTo>
                    <a:pt x="0" y="389588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K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E5F40DC-F1F1-48F5-BE26-6A485D997BF8}"/>
              </a:ext>
            </a:extLst>
          </p:cNvPr>
          <p:cNvSpPr/>
          <p:nvPr/>
        </p:nvSpPr>
        <p:spPr>
          <a:xfrm>
            <a:off x="6670923" y="3996478"/>
            <a:ext cx="433441" cy="4284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6199D2-2128-CE6F-94E7-49BA2044966C}"/>
              </a:ext>
            </a:extLst>
          </p:cNvPr>
          <p:cNvGrpSpPr/>
          <p:nvPr/>
        </p:nvGrpSpPr>
        <p:grpSpPr>
          <a:xfrm>
            <a:off x="6738569" y="1221669"/>
            <a:ext cx="298150" cy="2838861"/>
            <a:chOff x="6738569" y="1221669"/>
            <a:chExt cx="298150" cy="2838861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C90882F-C5F7-B839-6AE7-36A56B9F2D65}"/>
                </a:ext>
              </a:extLst>
            </p:cNvPr>
            <p:cNvSpPr/>
            <p:nvPr/>
          </p:nvSpPr>
          <p:spPr>
            <a:xfrm rot="10800000">
              <a:off x="6738572" y="1613683"/>
              <a:ext cx="298147" cy="1771957"/>
            </a:xfrm>
            <a:custGeom>
              <a:avLst/>
              <a:gdLst>
                <a:gd name="connsiteX0" fmla="*/ 298147 w 298147"/>
                <a:gd name="connsiteY0" fmla="*/ 1771957 h 1771957"/>
                <a:gd name="connsiteX1" fmla="*/ 210618 w 298147"/>
                <a:gd name="connsiteY1" fmla="*/ 1771957 h 1771957"/>
                <a:gd name="connsiteX2" fmla="*/ 210618 w 298147"/>
                <a:gd name="connsiteY2" fmla="*/ 194967 h 1771957"/>
                <a:gd name="connsiteX3" fmla="*/ 87537 w 298147"/>
                <a:gd name="connsiteY3" fmla="*/ 194967 h 1771957"/>
                <a:gd name="connsiteX4" fmla="*/ 87537 w 298147"/>
                <a:gd name="connsiteY4" fmla="*/ 1771957 h 1771957"/>
                <a:gd name="connsiteX5" fmla="*/ 0 w 298147"/>
                <a:gd name="connsiteY5" fmla="*/ 1771957 h 1771957"/>
                <a:gd name="connsiteX6" fmla="*/ 32340 w 298147"/>
                <a:gd name="connsiteY6" fmla="*/ 0 h 1771957"/>
                <a:gd name="connsiteX7" fmla="*/ 265807 w 298147"/>
                <a:gd name="connsiteY7" fmla="*/ 0 h 1771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8147" h="1771957">
                  <a:moveTo>
                    <a:pt x="298147" y="1771957"/>
                  </a:moveTo>
                  <a:lnTo>
                    <a:pt x="210618" y="1771957"/>
                  </a:lnTo>
                  <a:lnTo>
                    <a:pt x="210618" y="194967"/>
                  </a:lnTo>
                  <a:lnTo>
                    <a:pt x="87537" y="194967"/>
                  </a:lnTo>
                  <a:lnTo>
                    <a:pt x="87537" y="1771957"/>
                  </a:lnTo>
                  <a:lnTo>
                    <a:pt x="0" y="1771957"/>
                  </a:lnTo>
                  <a:lnTo>
                    <a:pt x="32340" y="0"/>
                  </a:lnTo>
                  <a:lnTo>
                    <a:pt x="265807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KR" dirty="0"/>
            </a:p>
          </p:txBody>
        </p:sp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55F9EC21-1D27-4EF8-6677-2FAAFA031CF7}"/>
                </a:ext>
              </a:extLst>
            </p:cNvPr>
            <p:cNvSpPr/>
            <p:nvPr/>
          </p:nvSpPr>
          <p:spPr>
            <a:xfrm rot="10800000">
              <a:off x="6770200" y="3385642"/>
              <a:ext cx="234889" cy="674888"/>
            </a:xfrm>
            <a:prstGeom prst="trapezoid">
              <a:avLst>
                <a:gd name="adj" fmla="val 10847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1C6BDE4-10AB-FAF9-4349-30D109F77D6B}"/>
                </a:ext>
              </a:extLst>
            </p:cNvPr>
            <p:cNvSpPr/>
            <p:nvPr/>
          </p:nvSpPr>
          <p:spPr>
            <a:xfrm>
              <a:off x="6738569" y="1221669"/>
              <a:ext cx="298147" cy="389588"/>
            </a:xfrm>
            <a:custGeom>
              <a:avLst/>
              <a:gdLst>
                <a:gd name="connsiteX0" fmla="*/ 149074 w 298147"/>
                <a:gd name="connsiteY0" fmla="*/ 0 h 389588"/>
                <a:gd name="connsiteX1" fmla="*/ 298147 w 298147"/>
                <a:gd name="connsiteY1" fmla="*/ 389588 h 389588"/>
                <a:gd name="connsiteX2" fmla="*/ 210613 w 298147"/>
                <a:gd name="connsiteY2" fmla="*/ 389588 h 389588"/>
                <a:gd name="connsiteX3" fmla="*/ 149073 w 298147"/>
                <a:gd name="connsiteY3" fmla="*/ 236999 h 389588"/>
                <a:gd name="connsiteX4" fmla="*/ 87533 w 298147"/>
                <a:gd name="connsiteY4" fmla="*/ 389588 h 389588"/>
                <a:gd name="connsiteX5" fmla="*/ 0 w 298147"/>
                <a:gd name="connsiteY5" fmla="*/ 389588 h 389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147" h="389588">
                  <a:moveTo>
                    <a:pt x="149074" y="0"/>
                  </a:moveTo>
                  <a:lnTo>
                    <a:pt x="298147" y="389588"/>
                  </a:lnTo>
                  <a:lnTo>
                    <a:pt x="210613" y="389588"/>
                  </a:lnTo>
                  <a:lnTo>
                    <a:pt x="149073" y="236999"/>
                  </a:lnTo>
                  <a:lnTo>
                    <a:pt x="87533" y="389588"/>
                  </a:lnTo>
                  <a:lnTo>
                    <a:pt x="0" y="389588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KR" dirty="0"/>
            </a:p>
          </p:txBody>
        </p:sp>
      </p:grpSp>
    </p:spTree>
    <p:extLst>
      <p:ext uri="{BB962C8B-B14F-4D97-AF65-F5344CB8AC3E}">
        <p14:creationId xmlns:p14="http://schemas.microsoft.com/office/powerpoint/2010/main" val="255177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Hyun</dc:creator>
  <cp:lastModifiedBy>Kevin Hyun</cp:lastModifiedBy>
  <cp:revision>2</cp:revision>
  <dcterms:created xsi:type="dcterms:W3CDTF">2026-04-01T17:46:53Z</dcterms:created>
  <dcterms:modified xsi:type="dcterms:W3CDTF">2026-04-01T18:39:43Z</dcterms:modified>
</cp:coreProperties>
</file>